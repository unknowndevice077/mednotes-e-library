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46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</a:rPr>
              <a:t>Microbiology: Gram-positive cocci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858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Lecture deck sample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Published by MedNotes Publishing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46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</a:rPr>
              <a:t>Staphylococci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858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Form grape-like clusters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Catalase positive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S. aureus is coagulase positive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46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</a:rPr>
              <a:t>Streptococci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858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Form chains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Catalase negative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Classified by hemolysis: alpha, beta, gamma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2026-10-22T01:53:59Z</dcterms:created>
  <dcterms:modified xsi:type="dcterms:W3CDTF">2026-10-22T01:53:59Z</dcterms:modified>
</cp:coreProperties>
</file>