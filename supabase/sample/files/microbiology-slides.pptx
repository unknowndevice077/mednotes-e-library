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46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Microbiology: Gram-positive cocci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Lecture deck sample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MedNotes E-Library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46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Staphylococci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Form grape-like clusters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Catalase positive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S. aureus is coagulase positive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46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Streptococci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Form chains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Catalase negative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Classified by hemolysis: alpha, beta, gamma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2026-10-16T07:58:04Z</dcterms:created>
  <dcterms:modified xsi:type="dcterms:W3CDTF">2026-10-16T07:58:04Z</dcterms:modified>
</cp:coreProperties>
</file>